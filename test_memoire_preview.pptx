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10972800" cy="8229600"/>
          </a:xfrm>
          <a:prstGeom prst="ellipse">
            <a:avLst/>
          </a:prstGeom>
          <a:solidFill>
            <a:srgbClr val="312E8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9144000" cy="6400800"/>
          </a:xfrm>
          <a:prstGeom prst="ellipse">
            <a:avLst/>
          </a:prstGeom>
          <a:solidFill>
            <a:srgbClr val="08334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ANZAR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de l'IA sur l'Education Universitaire en Afrique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60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2 - Sciences de l'Education - Universite de Niamey, 2026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mai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6355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par ANZAR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08760"/>
            <a:ext cx="347472" cy="347472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1920240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984248"/>
            <a:ext cx="347472" cy="347472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litterature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3040" y="2395728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459736"/>
            <a:ext cx="347472" cy="347472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414016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2871216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935224"/>
            <a:ext cx="347472" cy="347472"/>
          </a:xfrm>
          <a:prstGeom prst="ellipse">
            <a:avLst/>
          </a:prstGeom>
          <a:solidFill>
            <a:srgbClr val="78350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2889504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63040" y="3346704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3410712"/>
            <a:ext cx="347472" cy="347472"/>
          </a:xfrm>
          <a:prstGeom prst="ellipse">
            <a:avLst/>
          </a:prstGeom>
          <a:solidFill>
            <a:srgbClr val="881337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36499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63040" y="3822192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3886200"/>
            <a:ext cx="347472" cy="347472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384048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63040" y="4297680"/>
            <a:ext cx="9601200" cy="9144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4361688"/>
            <a:ext cx="347472" cy="347472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31596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8229600" cy="6400800"/>
          </a:xfrm>
          <a:prstGeom prst="ellipse">
            <a:avLst/>
          </a:prstGeom>
          <a:solidFill>
            <a:srgbClr val="312E81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366F1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73152" cy="1645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problematique et objectifs de recherche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de la recherche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162040">
              <a:alpha val="5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4864" cy="4846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719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12E8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645920"/>
            <a:ext cx="9326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transforme rapidement les methodes pedagogiques mondiales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5237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8334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50592"/>
            <a:ext cx="9326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universites africaines font face a des defis uniques d'adoption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3284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255264"/>
            <a:ext cx="9326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 d'infrastructure numerique freine l'integration technologique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4133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350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059936"/>
            <a:ext cx="9326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etudiants expriment un besoin croissant d'outils intelligents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4937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8133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4864608"/>
            <a:ext cx="9326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politiques educatives doivent s'adapter au virage numerique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Approches theoriques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162040">
              <a:alpha val="6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645920"/>
            <a:ext cx="548640" cy="54864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Constructivisme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45920" y="2926080"/>
            <a:ext cx="1463040" cy="18288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actif par la decouverte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central de l'apprenant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 des savoirs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3291840" cy="4846320"/>
          </a:xfrm>
          <a:prstGeom prst="rect">
            <a:avLst/>
          </a:prstGeom>
          <a:solidFill>
            <a:srgbClr val="162040">
              <a:alpha val="6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371600"/>
            <a:ext cx="32918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0" y="1645920"/>
            <a:ext cx="548640" cy="548640"/>
          </a:xfrm>
          <a:prstGeom prst="ellipse">
            <a:avLst/>
          </a:prstGeom>
          <a:solidFill>
            <a:srgbClr val="083344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Connectivisme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57800" y="2926080"/>
            <a:ext cx="146304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1089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en reseau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connexions numeriques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distribue et dynamique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1371600"/>
            <a:ext cx="3291840" cy="4846320"/>
          </a:xfrm>
          <a:prstGeom prst="rect">
            <a:avLst/>
          </a:prstGeom>
          <a:solidFill>
            <a:srgbClr val="162040">
              <a:alpha val="6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0" y="1371600"/>
            <a:ext cx="32918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1645920"/>
            <a:ext cx="548640" cy="54864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8388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Pedagogie differenciee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69680" y="2926080"/>
            <a:ext cx="146304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31089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au rythme de chacun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personnalises via l'IA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formative continue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8229600" cy="6400800"/>
          </a:xfrm>
          <a:prstGeom prst="ellipse">
            <a:avLst/>
          </a:prstGeom>
          <a:solidFill>
            <a:srgbClr val="312E81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Chiffres cles de l'etude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8" y="2011680"/>
            <a:ext cx="2468880" cy="365760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448" y="20116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92328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847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295248" y="4206240"/>
            <a:ext cx="1097280" cy="18288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4389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Etudiants interroges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4088" y="2011680"/>
            <a:ext cx="2468880" cy="365760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4088" y="2011680"/>
            <a:ext cx="24688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26968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4129888" y="4206240"/>
            <a:ext cx="109728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26968" y="4389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Favorables a l'IA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8728" y="2011680"/>
            <a:ext cx="2468880" cy="365760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8728" y="20116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61608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34%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6964528" y="4206240"/>
            <a:ext cx="109728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61608" y="4389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Utilisent deja un outil IA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13368" y="2011680"/>
            <a:ext cx="2468880" cy="365760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3368" y="201168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248" y="24688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9799168" y="4206240"/>
            <a:ext cx="109728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296248" y="4389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Amelioration des notes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Methodologie de recherche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926080"/>
            <a:ext cx="9418320" cy="27432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7" name="Shape 5"/>
          <p:cNvSpPr/>
          <p:nvPr/>
        </p:nvSpPr>
        <p:spPr>
          <a:xfrm>
            <a:off x="2320290" y="2724912"/>
            <a:ext cx="457200" cy="45720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2029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4630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bibliographique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39746" y="1920240"/>
            <a:ext cx="18288" cy="804672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920240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120 articles et theses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4870" y="2724912"/>
            <a:ext cx="457200" cy="45720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487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176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 terrain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4326" y="3182112"/>
            <a:ext cx="18288" cy="292608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16" name="Text 14"/>
          <p:cNvSpPr/>
          <p:nvPr/>
        </p:nvSpPr>
        <p:spPr>
          <a:xfrm>
            <a:off x="3817620" y="3931920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+ entretiens semi-directifs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29450" y="2724912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2945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4630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donnees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8906" y="1920240"/>
            <a:ext cx="18288" cy="804672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920240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statistique SPSS + analyse thematique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84030" y="2724912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8403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267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3486" y="3182112"/>
            <a:ext cx="18288" cy="292608"/>
          </a:xfrm>
          <a:prstGeom prst="rect">
            <a:avLst/>
          </a:prstGeom>
          <a:solidFill>
            <a:srgbClr val="1E2E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6780" y="3931920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et validation par les pairs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Avantages et defis de l'IA educative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166360" cy="4846320"/>
          </a:xfrm>
          <a:prstGeom prst="rect">
            <a:avLst/>
          </a:prstGeom>
          <a:solidFill>
            <a:srgbClr val="162040">
              <a:alpha val="6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1663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166360" cy="4846320"/>
          </a:xfrm>
          <a:prstGeom prst="rect">
            <a:avLst/>
          </a:prstGeom>
          <a:solidFill>
            <a:srgbClr val="162040">
              <a:alpha val="6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371600"/>
            <a:ext cx="51663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du parcours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instantane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accrue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de la charge enseignante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d'infrastructure eleve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enseignants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dependance technologique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ethiques et plagiat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Methodes traditionnelles vs 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166360" cy="4846320"/>
          </a:xfrm>
          <a:prstGeom prst="rect">
            <a:avLst/>
          </a:prstGeom>
          <a:solidFill>
            <a:srgbClr val="162040">
              <a:alpha val="6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166360" cy="594360"/>
          </a:xfrm>
          <a:prstGeom prst="rect">
            <a:avLst/>
          </a:prstGeom>
          <a:solidFill>
            <a:srgbClr val="312E81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Traditionnel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166360" cy="4846320"/>
          </a:xfrm>
          <a:prstGeom prst="rect">
            <a:avLst/>
          </a:prstGeom>
          <a:solidFill>
            <a:srgbClr val="162040">
              <a:alpha val="6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371600"/>
            <a:ext cx="5166360" cy="594360"/>
          </a:xfrm>
          <a:prstGeom prst="rect">
            <a:avLst/>
          </a:prstGeom>
          <a:solidFill>
            <a:srgbClr val="083344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417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32120" y="3200400"/>
            <a:ext cx="1097280" cy="1097280"/>
          </a:xfrm>
          <a:prstGeom prst="ellipse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Cours magistral uniforme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Correction manuelle lente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Evaluation sommative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Materiel papier statique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Parcours adaptatif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Feedback IA instantane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Evaluation continue et formative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794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Ressources interactives et dynamiques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8229600" cy="6400800"/>
          </a:xfrm>
          <a:prstGeom prst="ellipse">
            <a:avLst/>
          </a:prstGeom>
          <a:solidFill>
            <a:srgbClr val="312E81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6366F1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" cy="2926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28600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artificielle ne remplacera pas les enseignants, mais les enseignants qui utilisent l'IA remplaceront ceux qui ne l'utilisent pas.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4297680"/>
            <a:ext cx="2103120" cy="27432"/>
          </a:xfrm>
          <a:prstGeom prst="roundRect">
            <a:avLst>
              <a:gd name="adj" fmla="val 50000"/>
            </a:avLst>
          </a:prstGeom>
          <a:solidFill>
            <a:srgbClr val="6366F1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UNESCO, 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Resultats des enquetes terrain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16204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2926080"/>
            <a:ext cx="1920240" cy="1463040"/>
          </a:xfrm>
          <a:prstGeom prst="rect">
            <a:avLst/>
          </a:prstGeom>
          <a:solidFill>
            <a:srgbClr val="1C2850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2926080"/>
            <a:ext cx="1920240" cy="36576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des resultats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303520" cy="4846320"/>
          </a:xfrm>
          <a:prstGeom prst="rect">
            <a:avLst/>
          </a:prstGeom>
          <a:solidFill>
            <a:srgbClr val="162040">
              <a:alpha val="5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4846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des etudiants favorables a l'IA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de correction les plus demandes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pedagogiques en 2e position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formation identifie par 78%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0"/>
            <a:ext cx="9144000" cy="7315200"/>
          </a:xfrm>
          <a:prstGeom prst="ellipse">
            <a:avLst/>
          </a:prstGeom>
          <a:solidFill>
            <a:srgbClr val="312E8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3657600"/>
            <a:ext cx="7315200" cy="5486400"/>
          </a:xfrm>
          <a:prstGeom prst="ellipse">
            <a:avLst/>
          </a:prstGeom>
          <a:solidFill>
            <a:srgbClr val="08334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statistique — Script 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828800" cy="457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10698480" cy="4983480"/>
          </a:xfrm>
          <a:prstGeom prst="rect">
            <a:avLst/>
          </a:prstGeom>
          <a:solidFill>
            <a:srgbClr val="080C18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solidFill>
            <a:srgbClr val="0D122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353312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353312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353312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1307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6204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0" y="1307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Analyse des reponses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&lt;- read.csv("enquete_ia.csv")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&lt;- data %&gt;%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group_by(universite) %&gt;%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taux_adoption = mean(utilise_ia),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satisfaction = mean(note_satisfaction)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ggplot(results, aes(x=taux_adoption, y=satisfaction)) +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geom_point(size=3, color="#6366F1") +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geom_smooth(method="lm") +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87668"/>
            <a:ext cx="12191695" cy="370332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537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65379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 l'IA sur l'Education Universitaire en Afrique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  ·  02/05/2026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9144000" cy="7315200"/>
          </a:xfrm>
          <a:prstGeom prst="ellipse">
            <a:avLst/>
          </a:prstGeom>
          <a:solidFill>
            <a:srgbClr val="312E8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7315200" cy="6400800"/>
          </a:xfrm>
          <a:prstGeom prst="ellipse">
            <a:avLst/>
          </a:prstGeom>
          <a:solidFill>
            <a:srgbClr val="083344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1828800"/>
            <a:ext cx="2103120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 service de l'education africaine — Perspectives et recommandations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48463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62040">
              <a:alpha val="6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4846320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par ANZAR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- Memoire Export</dc:title>
  <dc:subject>PptxGenJS Presentation</dc:subject>
  <dc:creator>ANZAR</dc:creator>
  <cp:lastModifiedBy>ANZAR</cp:lastModifiedBy>
  <cp:revision>1</cp:revision>
  <dcterms:created xsi:type="dcterms:W3CDTF">2026-05-02T10:55:47Z</dcterms:created>
  <dcterms:modified xsi:type="dcterms:W3CDTF">2026-05-02T10:55:47Z</dcterms:modified>
</cp:coreProperties>
</file>